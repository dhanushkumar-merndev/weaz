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multiplies both strengths and weaknesses. This module prepares your business, team and finances for sustainable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growth fuel that fits your stage: reinvested profit, partnerships, loans or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and automate repeatable work so the team can grow without chaos.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on a real business scenario with mentors and present a scaling plan to a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leave with a scaling roadmap, automated operations and an investor-ready summary of your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Growth Accelerator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Growth Accelerator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Growth Accelerator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Growth Accelerator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Growth Accelerator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Without Breaking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you are ready to scale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before headcount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that survive scale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shifts from doing to directing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&amp; Funding Options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partnership and channel-led acquisition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vs. debt vs. equity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support: Startup India, MSME schemes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investors look for in a pitch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Team Playbooks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for sales, delivery and support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with Zapier, Make or WhatsApp Business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scorecards and onboarding checklists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decision-making with guardrails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Live Consulting Case Study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growth bottlenecks from provided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channel, operations and team changes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6-month scaling roadmap with milestones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the mentor panel for feedback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Program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scaling roadmap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map of your top 5 processes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Investor-ready one-page business summary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Graduation: present to the WEAZ Tech mentor panel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Accelerator</dc:title>
  <dc:subject>Professional Business Owner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
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established business, content compounds: every useful piece keeps attracting and educating buyers. The goal is a machine, not random posting.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every content pillar to a stage of the buyer journey so each piece has a clear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long-form asset can fuel a week of content across platforms when you repurpose it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Assemble a working content pipeline for your business using AI and automation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business now has a documented content engine that the team can run every week without starting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Content Machine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Content Machine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Content Machine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Content Machine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Business Owner  ·  Content Machine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as a Growth Asset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pillars aligned to buyer questions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hub and hygiene content mix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audience: email and WhatsApp lists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content by pipeline, not likes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Mapped to the Buyer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Awareness: industry insights and myths busted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Consideration: comparisons, case studies, demos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testimonials, pricing explainers, guarantees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Post-purchase: tutorials and community stories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Once, Publish Everywhere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one 20-minute expert video or podcast weekly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draft a blog, newsletter and captions from 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5–8 short clips for Reels, Shorts and LinkedIn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FBBF24">
              <a:alpha val="3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schedule everything from one calendar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Set Up Your AI Content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brand-voice prompt templates in ChatGPT or Claude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Notion or Trello board with content stages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scheduling via Buffer or Meta Business Suite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and schedule one full week of content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pillar map and 90-day calendar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AI prompt library in your brand voice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workflow with owners and deadlines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BBF24">
              <a:alpha val="6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getting found on search with SEO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Machine</dc:title>
  <dc:subject>Professional Business Owner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
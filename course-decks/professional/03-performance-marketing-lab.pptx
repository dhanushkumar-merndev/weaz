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marketing buys attention and measures every rupee. Done right, it scales what already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platform has different strengths. Use search to capture demand and social to create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Creative drives most ad performance. Test systematically instead of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Build, launch and optimise a small-budget lead campaign for your own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run a measurable campaign end to end and know exactly how to scale the winners.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Performance Marketing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Performance Marketing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Performance Marketing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Performance Marketing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Performance Marketing Lab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Growth with Predictable Returns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 (SEM) vs. social ads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ROAS and cost-per-lead targets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allocation: test first, then scale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with pixels, Conversions API and UTMs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&amp; Meta Ads Essentials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Search, Performance Max, local campaigns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awareness, leads and sales 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Audiences: interests, lookalikes, retargeting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strategies and the learning phase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Creative Testing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variable at a time: hook, visual, offer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creatives × 2 audiences per test cycle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losers after meaningful spend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tools to generate variations quickly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Launch a Lead Generation Campaign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Meta Pixel and conversion events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lead form campaign with 3 ad variations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7 days at a fixed daily budget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CPL, lead quality and next optimisations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campaign with verified tracking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testing log and results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scaling plan based on CPL targets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making decisions with data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Marketing Lab</dc:title>
  <dc:subject>Professional Business Owner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
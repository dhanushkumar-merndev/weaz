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Growing businesses drown in numbers. Data intelligence means tracking the few metrics that matter and acting on them quickly.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website, ads and sales data so the full customer journey is visible in one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can surface patterns in customer data that manual analysis misses — with privacy kept at the centre.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live dashboard your team can read in two minutes every Monday.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Your team now makes weekly decisions from a shared dashboard instead of gut feeling.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AZ_overview">
    <p:bg>
      <p:bgPr>
        <a:solidFill>
          <a:srgbClr val="0F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04  ·  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79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WEAZ.TECH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47548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Business Owner  ·  Data Intelligence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AZ_concept">
    <p:bg>
      <p:bgPr>
        <a:solidFill>
          <a:srgbClr val="0F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04  ·  CORE CONCEPT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79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WEAZ.TECH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47548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Business Owner  ·  Data Intelligence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AZ_framework">
    <p:bg>
      <p:bgPr>
        <a:solidFill>
          <a:srgbClr val="0F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04  ·  FRAMEWORK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79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WEAZ.TECH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47548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Business Owner  ·  Data Intelligence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AZ_practice">
    <p:bg>
      <p:bgPr>
        <a:solidFill>
          <a:srgbClr val="0F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04  ·  HANDS-ON LAB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79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WEAZ.TECH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47548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Business Owner  ·  Data Intelligence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AZ_recap">
    <p:bg>
      <p:bgPr>
        <a:solidFill>
          <a:srgbClr val="0F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04  ·  RECAP &amp; DELIVERABLE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79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WEAZ.TECH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47548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Business Owner  ·  Data Intelligence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Backed by Data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766560" y="-1554480"/>
            <a:ext cx="3840480" cy="3840480"/>
          </a:xfrm>
          <a:prstGeom prst="ellipse">
            <a:avLst/>
          </a:prstGeom>
          <a:solidFill>
            <a:srgbClr val="FBBF24">
              <a:alpha val="15000"/>
            </a:srgbClr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783080"/>
            <a:ext cx="4046220" cy="1188720"/>
          </a:xfrm>
          <a:prstGeom prst="roundRect">
            <a:avLst>
              <a:gd name="adj" fmla="val 769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North Star metric and supporting KPIs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12648" y="2313432"/>
            <a:ext cx="128016" cy="12801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640580" y="1783080"/>
            <a:ext cx="4046220" cy="1188720"/>
          </a:xfrm>
          <a:prstGeom prst="roundRect">
            <a:avLst>
              <a:gd name="adj" fmla="val 769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vs. lagging indicators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96028" y="2313432"/>
            <a:ext cx="128016" cy="12801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3154680"/>
            <a:ext cx="4046220" cy="1188720"/>
          </a:xfrm>
          <a:prstGeom prst="roundRect">
            <a:avLst>
              <a:gd name="adj" fmla="val 769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 of truth for marketing and sales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2648" y="3685032"/>
            <a:ext cx="128016" cy="12801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40580" y="3154680"/>
            <a:ext cx="4046220" cy="1188720"/>
          </a:xfrm>
          <a:prstGeom prst="roundRect">
            <a:avLst>
              <a:gd name="adj" fmla="val 769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weekly review rhythm for leadership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796028" y="3685032"/>
            <a:ext cx="128016" cy="12801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Stack: GA4, CRM &amp; Sheets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766560" y="-1554480"/>
            <a:ext cx="3840480" cy="3840480"/>
          </a:xfrm>
          <a:prstGeom prst="ellipse">
            <a:avLst/>
          </a:prstGeom>
          <a:solidFill>
            <a:srgbClr val="FBBF24">
              <a:alpha val="15000"/>
            </a:srgbClr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737360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GA4 events, conversions and attribution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12648" y="1975104"/>
            <a:ext cx="128016" cy="12801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468880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pipeline stages and lead source tracking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2648" y="2706624"/>
            <a:ext cx="128016" cy="12801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3200400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 or BigQuery as the data hub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2648" y="3438144"/>
            <a:ext cx="128016" cy="12801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3931920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UTM naming conventions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2648" y="4169664"/>
            <a:ext cx="128016" cy="12801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Customer Insights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766560" y="-1554480"/>
            <a:ext cx="3840480" cy="3840480"/>
          </a:xfrm>
          <a:prstGeom prst="ellipse">
            <a:avLst/>
          </a:prstGeom>
          <a:solidFill>
            <a:srgbClr val="FBBF24">
              <a:alpha val="15000"/>
            </a:srgbClr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783080"/>
            <a:ext cx="1956816" cy="2697480"/>
          </a:xfrm>
          <a:prstGeom prst="roundRect">
            <a:avLst>
              <a:gd name="adj" fmla="val 4673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84248"/>
            <a:ext cx="384048" cy="384048"/>
          </a:xfrm>
          <a:prstGeom prst="ellipse">
            <a:avLst/>
          </a:prstGeom>
          <a:solidFill>
            <a:srgbClr val="FBBF24">
              <a:alpha val="30000"/>
            </a:srgbClr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514600"/>
            <a:ext cx="16093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customers by value and behaviour (RFM)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51176" y="1783080"/>
            <a:ext cx="1956816" cy="2697480"/>
          </a:xfrm>
          <a:prstGeom prst="roundRect">
            <a:avLst>
              <a:gd name="adj" fmla="val 4673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34056" y="1984248"/>
            <a:ext cx="384048" cy="384048"/>
          </a:xfrm>
          <a:prstGeom prst="ellipse">
            <a:avLst/>
          </a:prstGeom>
          <a:solidFill>
            <a:srgbClr val="FBBF24">
              <a:alpha val="30000"/>
            </a:srgbClr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34056" y="2514600"/>
            <a:ext cx="16093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reviews and feedback with AI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45152" y="1783080"/>
            <a:ext cx="1956816" cy="2697480"/>
          </a:xfrm>
          <a:prstGeom prst="roundRect">
            <a:avLst>
              <a:gd name="adj" fmla="val 4673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28032" y="1984248"/>
            <a:ext cx="384048" cy="384048"/>
          </a:xfrm>
          <a:prstGeom prst="ellipse">
            <a:avLst/>
          </a:prstGeom>
          <a:solidFill>
            <a:srgbClr val="FBBF24">
              <a:alpha val="30000"/>
            </a:srgbClr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28032" y="2514600"/>
            <a:ext cx="16093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churn and upsell opportunities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739128" y="1783080"/>
            <a:ext cx="1956816" cy="2697480"/>
          </a:xfrm>
          <a:prstGeom prst="roundRect">
            <a:avLst>
              <a:gd name="adj" fmla="val 4673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22008" y="1984248"/>
            <a:ext cx="384048" cy="384048"/>
          </a:xfrm>
          <a:prstGeom prst="ellipse">
            <a:avLst/>
          </a:prstGeom>
          <a:solidFill>
            <a:srgbClr val="FBBF24">
              <a:alpha val="30000"/>
            </a:srgbClr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22008" y="2514600"/>
            <a:ext cx="16093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only consented, necessary data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Lab: Build a Growth Dashboard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766560" y="-1554480"/>
            <a:ext cx="3840480" cy="3840480"/>
          </a:xfrm>
          <a:prstGeom prst="ellipse">
            <a:avLst/>
          </a:prstGeom>
          <a:solidFill>
            <a:srgbClr val="FBBF24">
              <a:alpha val="15000"/>
            </a:srgbClr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2057400"/>
            <a:ext cx="7680960" cy="0"/>
          </a:xfrm>
          <a:prstGeom prst="line">
            <a:avLst/>
          </a:prstGeom>
          <a:noFill/>
          <a:ln w="25400">
            <a:solidFill>
              <a:srgbClr val="2F26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74520"/>
            <a:ext cx="365760" cy="365760"/>
          </a:xfrm>
          <a:prstGeom prst="ellipse">
            <a:avLst/>
          </a:prstGeom>
          <a:solidFill>
            <a:srgbClr val="FBBF24"/>
          </a:solidFill>
          <a:ln w="38100">
            <a:solidFill>
              <a:srgbClr val="0F0B1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46888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GA4, ads and CRM data in Looker Studio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42616" y="1874520"/>
            <a:ext cx="365760" cy="365760"/>
          </a:xfrm>
          <a:prstGeom prst="ellipse">
            <a:avLst/>
          </a:prstGeom>
          <a:solidFill>
            <a:srgbClr val="FBBF24"/>
          </a:solidFill>
          <a:ln w="38100">
            <a:solidFill>
              <a:srgbClr val="0F0B1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51176" y="246888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 funnel conversion by channel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36592" y="1874520"/>
            <a:ext cx="365760" cy="365760"/>
          </a:xfrm>
          <a:prstGeom prst="ellipse">
            <a:avLst/>
          </a:prstGeom>
          <a:solidFill>
            <a:srgbClr val="FBBF24"/>
          </a:solidFill>
          <a:ln w="38100">
            <a:solidFill>
              <a:srgbClr val="0F0B1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45152" y="246888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CAC, LTV and revenue trend charts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30568" y="1874520"/>
            <a:ext cx="365760" cy="365760"/>
          </a:xfrm>
          <a:prstGeom prst="ellipse">
            <a:avLst/>
          </a:prstGeom>
          <a:solidFill>
            <a:srgbClr val="FBBF24"/>
          </a:solidFill>
          <a:ln w="38100">
            <a:solidFill>
              <a:srgbClr val="0F0B1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39128" y="246888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three decisions the dashboard suggests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 &amp; Deliverable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766560" y="-1554480"/>
            <a:ext cx="3840480" cy="3840480"/>
          </a:xfrm>
          <a:prstGeom prst="ellipse">
            <a:avLst/>
          </a:prstGeom>
          <a:solidFill>
            <a:srgbClr val="FBBF24">
              <a:alpha val="15000"/>
            </a:srgbClr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828800"/>
            <a:ext cx="4046220" cy="1143000"/>
          </a:xfrm>
          <a:prstGeom prst="roundRect">
            <a:avLst>
              <a:gd name="adj" fmla="val 8000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225856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BBF24">
              <a:alpha val="60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15568" y="1938528"/>
            <a:ext cx="32004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Looker Studio growth dashboard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640580" y="1828800"/>
            <a:ext cx="4046220" cy="1143000"/>
          </a:xfrm>
          <a:prstGeom prst="roundRect">
            <a:avLst>
              <a:gd name="adj" fmla="val 8000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1748" y="225856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BBF24">
              <a:alpha val="60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298948" y="1938528"/>
            <a:ext cx="32004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definitions document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154680"/>
            <a:ext cx="4046220" cy="1143000"/>
          </a:xfrm>
          <a:prstGeom prst="roundRect">
            <a:avLst>
              <a:gd name="adj" fmla="val 8000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358444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BBF24">
              <a:alpha val="60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5568" y="3264408"/>
            <a:ext cx="32004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insight report on customer feedback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640580" y="3154680"/>
            <a:ext cx="4046220" cy="1143000"/>
          </a:xfrm>
          <a:prstGeom prst="roundRect">
            <a:avLst>
              <a:gd name="adj" fmla="val 8000"/>
            </a:avLst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1748" y="358444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BBF24">
              <a:alpha val="60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98948" y="3264408"/>
            <a:ext cx="32004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scaling with the Growth Accelerator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WEAZ 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Intelligence</dc:title>
  <dc:subject>Professional Business Owner</dc:subject>
  <dc:creator>WEAZ Tech</dc:creator>
  <cp:lastModifiedBy>WEAZ Tech</cp:lastModifiedBy>
  <cp:revision>1</cp:revision>
  <dcterms:created xsi:type="dcterms:W3CDTF">2026-09-17T05:51:17Z</dcterms:created>
  <dcterms:modified xsi:type="dcterms:W3CDTF">2026-09-17T05:51:17Z</dcterms:modified>
</cp:coreProperties>
</file>
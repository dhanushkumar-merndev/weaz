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traffic arrives with intent. Ranking well turns Google into a 24/7 source of qualified leads without paying per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keywords match what buyers type when they are ready to act. Intent matters more than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 page structure helps Google understand and trust your site, and helps visitors convert.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your own site, fix the quick wins and publish one cluster-optimised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a prioritised SEO roadmap and the first improvements already live on your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SEO Domination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SEO Domination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SEO Domination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SEO Domination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SEO Domination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SEO: Your Cheapest Salesperson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search engines crawl, index and rank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On-page, off-page and technical SEO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SEO for location-based businesses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timelines: 3–6 months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 &amp; Search Intent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Informational, commercial, transactional, navigational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Keyword Planner, Search Console, Ubersuggest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long-tail keywords with buying intent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keywords into topic clusters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On-Page &amp; Technical SEO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tags, meta descriptions and H1–H3 hierarchy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mobile-friendly, HTTPS pages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links, schema markup and XML sitemaps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with reviews and photos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SEO Audit of Your Website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PageSpeed Insights and Search Console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top 10 pages and their target keywords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titles, headings and broken links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one pillar page and track rankings weekly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audit report with prioritised fixes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cluster map for your services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Google Business Profile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accelerating results with paid ads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Domination</dc:title>
  <dc:subject>Professional Business Owner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
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decides whether great AI products succeed. Sharing your journey builds trust, audience and early users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AI to research, draft and repurpose content while keeping your own voice and insights at the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a growth strategy. Responsible AI practices protect users, your brand and your long-term reputation.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the go-to-market plan for the AI solution you will deliver in your capstone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comes together in your capstone: a fully functional AI solution, launched responsibly to real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Social Growth Framework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Social Growth Framework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Social Growth Framework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Social Growth Framework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Hero  ·  Social Growth Framework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Public, Grow in Public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vs. product brand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platforms: LinkedIn, X, YouTube, Instagram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virality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followers into beta users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Content &amp; Community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insight posts from your build log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drafts with human editing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demo videos of your product in 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spaces: WhatsApp, Discord, LinkedIn groups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Ethics &amp; Responsible Leadership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disclose where AI is used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test for bias across user groups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minimum data with clear consent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document decisions, risks and owners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Launch Plan for Your Capstone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launch audience and positioning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4-week content and outreach calendar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waitlist page with analytics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feedback loops with your first 50 users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Capstone Delivery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 and first 4 weeks of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checklist for your product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a fully functional AI solution with live demo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Graduation: present outcomes and roadmap to mentors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Growth Framework</dc:title>
  <dc:subject>AI Hero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
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productivity is about redesigning workflows, not just opening a chatbot. This module builds your personal and team AI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prompts produce reliable outputs. Learn patterns that work across ChatGPT, Claude and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AI models to everyday apps so work happens without copy-paste.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weekly task that takes over an hour and automate most of it with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AI stack is documented, your prompts are reusable and one real workflow now runs on autopilot.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AI Productivity Stack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AI Productivity Stack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AI Productivity Stack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AI Productivity Stack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AI Productivity Stack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at 10× with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tasks: research, writing, design, analysis, ops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repetitive, rules-based and creative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AI tool per task category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 saved per workflow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Essentials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context, task, format and constraints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for consistent style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steps: outline → draft → critique → refine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version your best prompts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Automation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platforms: Zapier, Make, n8n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read email, sheets and forms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meeting summarisation pipelines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for important outputs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Automate a Real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current steps and time taken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triggers, AI steps and outputs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error handling and a manual approval step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time saved to your cohort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stack map and prompt library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production-ready automation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check: bias, privacy and accuracy review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scaling reach with the Social Growth Framework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Productivity Stack</dc:title>
  <dc:subject>AI Hero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
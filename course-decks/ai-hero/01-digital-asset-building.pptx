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building, understand what modern AI can and cannot do. This slide covers the core ideas behind today's AI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digital asset keeps producing value after it is built — software, datasets, templates, courses or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lean product process to go from a real problem to a working AI prototype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Collect, clean and use a small dataset to power a working AI assistant for a real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understand the AI building blocks and have shipped your first data-backed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Digital Asset Building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Digital Asset Building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Digital Asset Building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Digital Asset Building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Digital Asset Building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Foundations for Builders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learning patterns from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understanding and generating language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recognising images and video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and how prompts steer them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Digital Asset?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micro-SaaS tools and chatbots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datasets and knowledge bases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libraries and digital products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and email lists as distribution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AI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user → workflow → AI step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build path: no-code, API or custom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metrics before building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MVP in 2 weeks, then iterate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Data Strategy &amp; First Prototype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domain documents or FAQs into a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formats, tag sources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retrieval-based assistant via no-code or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20 real questions and log the failures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 prototype with a cleaned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one-pager: problem, user, metrics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checklist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building your AI productivity stack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Asset Building</dc:title>
  <dc:subject>AI Hero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
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Competitors have already tested prices, messages and channels. Decoding them shows what works and where customers are still unhappy.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brand leaves public signals online. Learn to read them in under an hour per competitor.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each competitor on the same criteria so patterns and gaps become obvious at a glance.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complaints are the fastest route to a winning position. Collect them, cluster them and turn the biggest one into your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now decode any competitor in a structured way and back your positioning with real customer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Competitor Decoding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Competitor Decoding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Competitor Decoding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Competitor Decoding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02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Competitor Decoding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 Are Your Free Research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indirect and substitute competitors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learn: offer, price, channel, message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look: websites, ad libraries, reviews, social pages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a gap, not copy a playbook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Competitor's Digital Footprint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structure, offers and calls to action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 Library and Google Ads Transparency Center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content frequency, formats and engagement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on Google, Justdial and Amazon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Competitor Decoding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your 5 most relevant competitors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price, quality, speed, experience, trust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strengths green and weaknesses red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that is weak for everyone is your opportunity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Review Mining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30 low-star reviews across 3 competitors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each by theme: price, delay, support, quality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themes and rank them by frequency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promising to fix the top complaint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Deliverable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competitor decoding matrix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customer complaints in your market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positioning statement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9B59D0">
              <a:alpha val="18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building a brand people remember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Competitor Decoding</dc:title>
  <dc:subject>Beginner Students &amp; Freshers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
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new businesses fail because they build for a market that does not exist. Market mapping replaces guesswork with a clear picture of customers, demand and gaps.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size tells you whether an idea can grow into a business. Break it into three layers so the numbers stay realistic.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customers by shared needs, not just demographics, then turn each group into a persona your whole team can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a local business idea and map its market on a single page using free tools. Bring the map to your mentor review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now have a repeatable way to size a market and choose who to serve first. Submit your deliverable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overview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 · 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Market Mapping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concept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 ·  CORE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Market Mapping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framework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 · 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Market Mapping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practice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 ·  HANDS-ON 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Market Mapping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recap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 ·  RECAP &amp; DELIVERABLE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Market Mapping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Market Mapping Comes First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problem you want to solve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2313432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4058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who feels that problem most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96028" y="2313432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how many people share 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685032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058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where current solutions fall short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96028" y="3685032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TAM, SAM &amp; SOM in Plain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3736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everyone who could ever need the product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1975104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— the slice you can reach with your channels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" y="2706624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20040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the share you can realistically win in 12–18 months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438144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93192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each layer with Google Trends and industry reports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" y="4169664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Segments &amp; Personas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84248"/>
            <a:ext cx="384048" cy="384048"/>
          </a:xfrm>
          <a:prstGeom prst="ellipse">
            <a:avLst/>
          </a:prstGeom>
          <a:solidFill>
            <a:srgbClr val="9B59D0">
              <a:alpha val="30000"/>
            </a:srgbClr>
          </a:solidFill>
          <a:ln w="19050">
            <a:solidFill>
              <a:srgbClr val="9B59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by need, behaviour, budget and location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51176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34056" y="1984248"/>
            <a:ext cx="384048" cy="384048"/>
          </a:xfrm>
          <a:prstGeom prst="ellipse">
            <a:avLst/>
          </a:prstGeom>
          <a:solidFill>
            <a:srgbClr val="9B59D0">
              <a:alpha val="30000"/>
            </a:srgbClr>
          </a:solidFill>
          <a:ln w="19050">
            <a:solidFill>
              <a:srgbClr val="9B59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34056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persona per segment: goals, frustrations, buying triggers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984248"/>
            <a:ext cx="384048" cy="384048"/>
          </a:xfrm>
          <a:prstGeom prst="ellipse">
            <a:avLst/>
          </a:prstGeom>
          <a:solidFill>
            <a:srgbClr val="9B59D0">
              <a:alpha val="30000"/>
            </a:srgbClr>
          </a:solidFill>
          <a:ln w="19050">
            <a:solidFill>
              <a:srgbClr val="9B59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8032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where each persona spends time online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39128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22008" y="1984248"/>
            <a:ext cx="384048" cy="384048"/>
          </a:xfrm>
          <a:prstGeom prst="ellipse">
            <a:avLst/>
          </a:prstGeom>
          <a:solidFill>
            <a:srgbClr val="9B59D0">
              <a:alpha val="30000"/>
            </a:srgbClr>
          </a:solidFill>
          <a:ln w="19050">
            <a:solidFill>
              <a:srgbClr val="9B59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22008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the most urgent pain with the ability to pay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Build Your First Market 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057400"/>
            <a:ext cx="7680960" cy="0"/>
          </a:xfrm>
          <a:prstGeom prst="line">
            <a:avLst/>
          </a:prstGeom>
          <a:noFill/>
          <a:ln w="254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9B59D0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search demand from Google Trends and Keyword Planner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42616" y="1874520"/>
            <a:ext cx="365760" cy="365760"/>
          </a:xfrm>
          <a:prstGeom prst="ellipse">
            <a:avLst/>
          </a:prstGeom>
          <a:solidFill>
            <a:srgbClr val="9B59D0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51176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5 potential customers with 6 open questions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36592" y="1874520"/>
            <a:ext cx="365760" cy="365760"/>
          </a:xfrm>
          <a:prstGeom prst="ellipse">
            <a:avLst/>
          </a:prstGeom>
          <a:solidFill>
            <a:srgbClr val="9B59D0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5152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segments on a 2×2 of urgency vs. ability to pay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30568" y="1874520"/>
            <a:ext cx="365760" cy="365760"/>
          </a:xfrm>
          <a:prstGeom prst="ellipse">
            <a:avLst/>
          </a:prstGeom>
          <a:solidFill>
            <a:srgbClr val="9B59D0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39128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map for mentor feedback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&amp; Deliverable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9B59D0">
              <a:alpha val="60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market map with TAM / SAM / SOM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4058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174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9B59D0">
              <a:alpha val="60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9894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validated customer personas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9B59D0">
              <a:alpha val="60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unmet needs backed by interview quotes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4058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9B59D0">
              <a:alpha val="18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174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9B59D0">
              <a:alpha val="60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9894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decoding what competitors already offer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WEAZ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Mapping</dc:title>
  <dc:subject>Beginner Students &amp; Freshers</dc:subject>
  <dc:creator>WEAZ Tech</dc:creator>
  <cp:lastModifiedBy>WEAZ Tech</cp:lastModifiedBy>
  <cp:revision>1</cp:revision>
  <dcterms:created xsi:type="dcterms:W3CDTF">2026-09-17T05:51:17Z</dcterms:created>
  <dcterms:modified xsi:type="dcterms:W3CDTF">2026-09-17T05:51:17Z</dcterms:modified>
</cp:coreProperties>
</file>
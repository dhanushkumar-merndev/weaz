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business that cannot read its numbers cannot grow. This module makes finance simple and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shapes perception as much as profit. Learn the main pricing methods and when to use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economics show whether each customer makes or loses money, and decide how much you can spend on growth.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your growth plan into a spreadsheet forecast you can update every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five modules now come together. Your capstone is a complete digital business model reviewed by a mentor.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overview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Revenue Planning System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concept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CORE CONCEPT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Revenue Planning System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framework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FRAMEWORK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Revenue Planning System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practice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HANDS-ON 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Revenue Planning System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AZ_recap">
    <p:bg>
      <p:bgPr>
        <a:solidFill>
          <a:srgbClr val="0F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59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05  ·  RECAP &amp;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79F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WEAZ.TECH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926080" y="475488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9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Students &amp; Freshers  ·  Revenue Planning System</a:t>
            </a:r>
            <a:endParaRPr lang="en-US" sz="9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Every Founder Must Know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costs and profit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40580" y="17830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vs. variable costs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96028" y="23134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break-even point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0580" y="3154680"/>
            <a:ext cx="4046220" cy="1188720"/>
          </a:xfrm>
          <a:prstGeom prst="roundRect">
            <a:avLst>
              <a:gd name="adj" fmla="val 769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vs. profit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96028" y="3685032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Strategies That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7373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Cost-plus pricing for predictable margins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2648" y="197510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pricing tied to customer outcomes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2648" y="270662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320040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packages: basic, standard, premium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343814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93192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1C1626"/>
          </a:solidFill>
          <a:ln w="12700">
            <a:solidFill>
              <a:srgbClr val="2F2640"/>
            </a:solidFill>
          </a:ln>
        </p:spPr>
        <p:txBody>
          <a:bodyPr wrap="square" lIns="101600" tIns="381000" rIns="1778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Anchoring and bundling to raise order value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4169664"/>
            <a:ext cx="128016" cy="128016"/>
          </a:xfrm>
          <a:prstGeom prst="ellipse">
            <a:avLst/>
          </a:prstGeom>
          <a:solidFill>
            <a:srgbClr val="9B59D0"/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CAC, LTV &amp; Margin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= marketing spend ÷ new customers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51176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34056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34056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= average order × purchases × gross margin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28032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LTV should be at least 3× CAC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739128" y="1783080"/>
            <a:ext cx="1956816" cy="2697480"/>
          </a:xfrm>
          <a:prstGeom prst="roundRect">
            <a:avLst>
              <a:gd name="adj" fmla="val 4673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22008" y="1984248"/>
            <a:ext cx="384048" cy="384048"/>
          </a:xfrm>
          <a:prstGeom prst="ellipse">
            <a:avLst/>
          </a:prstGeom>
          <a:solidFill>
            <a:srgbClr val="9B59D0">
              <a:alpha val="30000"/>
            </a:srgbClr>
          </a:solidFill>
          <a:ln w="1905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2514600"/>
            <a:ext cx="16093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period: months to recover CAC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Build a 12-Month Revenue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057400"/>
            <a:ext cx="7680960" cy="0"/>
          </a:xfrm>
          <a:prstGeom prst="line">
            <a:avLst/>
          </a:prstGeom>
          <a:noFill/>
          <a:ln w="254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monthly leads and conversion rate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42616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51176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pricing tiers and the expected sales mix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36592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45152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fixed and variable costs to find profit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30568" y="1874520"/>
            <a:ext cx="365760" cy="365760"/>
          </a:xfrm>
          <a:prstGeom prst="ellipse">
            <a:avLst/>
          </a:prstGeom>
          <a:solidFill>
            <a:srgbClr val="9B59D0"/>
          </a:solidFill>
          <a:ln w="38100">
            <a:solidFill>
              <a:srgbClr val="0F0B1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39128" y="2468880"/>
            <a:ext cx="1920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best, expected and worst-case scenarios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457200" y="64008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 &amp; Capstone Handoff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766560" y="-1554480"/>
            <a:ext cx="3840480" cy="3840480"/>
          </a:xfrm>
          <a:prstGeom prst="ellipse">
            <a:avLst/>
          </a:prstGeom>
          <a:solidFill>
            <a:srgbClr val="9B59D0">
              <a:alpha val="15000"/>
            </a:srgbClr>
          </a:solidFill>
          <a:ln w="12700">
            <a:solidFill>
              <a:srgbClr val="9B5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1556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revenue model in Google Sheets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40580" y="182880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1748" y="225856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98948" y="193852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page draft with 3 tiers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1C1626"/>
          </a:solidFill>
          <a:ln w="12700">
            <a:solidFill>
              <a:srgbClr val="2F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556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and CAC / LTV targets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46220" cy="1143000"/>
          </a:xfrm>
          <a:prstGeom prst="roundRect">
            <a:avLst>
              <a:gd name="adj" fmla="val 8000"/>
            </a:avLst>
          </a:prstGeom>
          <a:solidFill>
            <a:srgbClr val="9B59D0">
              <a:alpha val="18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1748" y="35844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9B59D0">
              <a:alpha val="60000"/>
            </a:srgbClr>
          </a:solidFill>
          <a:ln w="12700">
            <a:solidFill>
              <a:srgbClr val="9B5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98948" y="3264408"/>
            <a:ext cx="320040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present your digital business model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WEAZ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Planning System</dc:title>
  <dc:subject>Beginner Students &amp; Freshers</dc:subject>
  <dc:creator>WEAZ Tech</dc:creator>
  <cp:lastModifiedBy>WEAZ Tech</cp:lastModifiedBy>
  <cp:revision>1</cp:revision>
  <dcterms:created xsi:type="dcterms:W3CDTF">2026-09-17T05:51:17Z</dcterms:created>
  <dcterms:modified xsi:type="dcterms:W3CDTF">2026-09-17T05:51:17Z</dcterms:modified>
</cp:coreProperties>
</file>
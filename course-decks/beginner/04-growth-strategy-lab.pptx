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is a system, not a lucky post. This module connects your audience, channels and offer into one repeatable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channel suits a different goal and budget. Match channels to where your persona already spends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funnel turns strangers into buyers step by step. Keep it simple enough to run with a phone and a free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a month of content and outreach tied to your funnel, then track the results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a focused growth plan with a working funnel and a calendar you can execute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Growth Strategy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Growth Strategy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Growth Strategy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Growth Strategy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Growth Strategy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Brand to Customers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Interest → Decision → Action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1–2 channels before adding more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vs. paid growth trade-offs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realistic 90-day growth goals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Channels 101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YouTube for discovery and trust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&amp; Maps for high-intent local demand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email for follow-up and repeat sales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for B2B and career building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Funnel Blueprint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short-form content and reels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a lead magnet — checklist, free session or demo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offer page with clear pricing and WhatsApp CTA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onboarding, review request, referral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30-Day Content &amp; Growth Calendar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12 post ideas in hook → value → CTA format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posts with Meta Business Suite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lead form and a Google Sheet tracker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reach, leads and conversions every Friday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growth plan built on 2 core channels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diagram from first touch to repeat purchase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content calendar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9B59D0">
              <a:alpha val="18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planning revenue and pricing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Strategy Lab</dc:title>
  <dc:subject>Beginner Students &amp; Freshers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
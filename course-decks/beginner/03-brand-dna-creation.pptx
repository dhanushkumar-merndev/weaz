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brand is the feeling people get when they hear your name. Brand DNA is the set of decisions that keep that feeling consistent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decides the space you own in a customer's mind. The value proposition explains that space in one clear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Consistency builds trust. A simple brand kit keeps every post, page and pitch looking and sounding like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free design and AI tools to produce a starter brand kit in a single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brand now has a clear position and a consistent look and voice that you can apply across every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Brand DNA Creation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Brand DNA Creation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Brand DNA Creation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Brand DNA Creation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Brand DNA Creation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Brand DNA Really Means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— why the business exists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— what customers can always expect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— how the brand speaks and behaves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— the evidence behind every claim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&amp; Value Proposition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[customer] who [need], we are the [category] that [benefit]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outcomes, not features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test: can a stranger repeat it after one read?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it with the gap from Competitor Decoding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Visuals &amp; the Brand Kit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3 adjectives and a do / don't word list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Colours: 1 primary, 1 accent, 2 neutrals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one heading font, one body font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usage, spacing and image style rules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Design Your Brand Kit with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name and tagline options with ChatGPT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logo concepts and a palette in Canva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social post templates using the kit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the kit for peer and mentor feedback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kit PDF: voice, colours, fonts, logo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 and value proposition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on-brand social media templates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9B59D0">
              <a:alpha val="18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turning the brand into a growth plan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DNA Creation</dc:title>
  <dc:subject>Beginner Students &amp; Freshers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